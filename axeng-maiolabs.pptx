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Manager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a Box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74320" y="2724912"/>
            <a:ext cx="2377440" cy="82296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9260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agent that replaces the need for a PM/EM 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GitHub, Linear, and team activity, generates briefs and reports.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3794760"/>
            <a:ext cx="1920240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AI-Powered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3794760"/>
            <a:ext cx="1920240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GitHub + Linear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794760"/>
            <a:ext cx="1920240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 24/7 Automated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3794760"/>
            <a:ext cx="1920240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840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Telegram-native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37160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a PM or EM, you lose control.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859536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54864" cy="5029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733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55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happen, issues stay open. No one knows what's done.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859536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67128"/>
            <a:ext cx="54864" cy="5029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40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blockers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stack up for days. No one flags them until the retro.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34056"/>
            <a:ext cx="859536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34056"/>
            <a:ext cx="54864" cy="5029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072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status meetings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99008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spent in syncs = time not building.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00984"/>
            <a:ext cx="859536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300984"/>
            <a:ext cx="54864" cy="5029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3741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1:1s without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55701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into reviews with no data on the person's progress.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867912"/>
            <a:ext cx="859536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67912"/>
            <a:ext cx="54864" cy="5029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9410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922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reports by hand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1239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every Friday copy-pasting from Linear and GitHub.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Built by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Axemaster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Chief of Staff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1645920" cy="73152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148840"/>
            <a:ext cx="859536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48840"/>
            <a:ext cx="54864" cy="56692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03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Autonomous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jobs run every morning, afternoon, and week-end. No reminders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70632"/>
            <a:ext cx="859536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70632"/>
            <a:ext cx="54864" cy="56692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25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44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every session via Obsidian. Cross-session continuity.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92424"/>
            <a:ext cx="859536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92424"/>
            <a:ext cx="54864" cy="56692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66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it via Telegram. No dashboards to open, no tickets to file.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014216"/>
            <a:ext cx="859536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014216"/>
            <a:ext cx="54864" cy="56692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885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from GitHub, Linear, Gmail, Calendar, Google Chat simultaneously.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flows in. The briefs flow out.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697480" cy="1234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08760"/>
            <a:ext cx="2697480" cy="640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3134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sprints, projects, priorities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697480" cy="1234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508760"/>
            <a:ext cx="2697480" cy="640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64408" y="20574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23134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Commits, PRs, reviews, repos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97480" cy="1234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508760"/>
            <a:ext cx="2697480" cy="640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6459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44768" y="205740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231343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Meetings, OOO, 1:1s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697480" cy="1234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926080"/>
            <a:ext cx="2697480" cy="640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84048" y="34747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" y="37307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Threads, decisions, announcements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926080"/>
            <a:ext cx="2697480" cy="1234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2926080"/>
            <a:ext cx="2697480" cy="640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264408" y="34747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64408" y="37307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Chat rooms + DMs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926080"/>
            <a:ext cx="2697480" cy="12344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6035040" y="2926080"/>
            <a:ext cx="2697480" cy="640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44768" y="34747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44768" y="37307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news for briefings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0" y="4370832"/>
            <a:ext cx="914400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43891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AXEMASTER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actually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25196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508760"/>
            <a:ext cx="42519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6184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819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Mon–Fri 07:30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32688" y="20208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shipped, blockers, PRs &gt;48h, who's OOO → Telegram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25196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508760"/>
            <a:ext cx="42519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4" name="Text 12"/>
          <p:cNvSpPr/>
          <p:nvPr/>
        </p:nvSpPr>
        <p:spPr>
          <a:xfrm>
            <a:off x="4818888" y="16184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67528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Pre-reads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67528" y="18196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1:1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67528" y="20208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对方的 issues, commits, pending PRs, last notes → ready in seconds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24328"/>
            <a:ext cx="425196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624328"/>
            <a:ext cx="42519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734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Team 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2935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17:00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2688" y="31363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status, MVP of the week, roadmap analysis → Email + Linear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624328"/>
            <a:ext cx="425196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624328"/>
            <a:ext cx="42519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7340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67528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Health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67528" y="2935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16:00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67528" y="31363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scores (0–100), scope creep detection, burn rate → Telegram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39896"/>
            <a:ext cx="425196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739896"/>
            <a:ext cx="42519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38496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2688" y="3831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Radar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" y="4050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16:00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2688" y="42519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repos, overloaded members, overdue issues → proactive alerts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739896"/>
            <a:ext cx="4251960" cy="10058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9160" y="3739896"/>
            <a:ext cx="42519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38" name="Text 36"/>
          <p:cNvSpPr/>
          <p:nvPr/>
        </p:nvSpPr>
        <p:spPr>
          <a:xfrm>
            <a:off x="4818888" y="38496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67528" y="38313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Sync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67528" y="4050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67528" y="42519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activity → Obsidian. Team profiles, session logs, context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LABS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73152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 the Hood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architecture, cron jobs, and automation logic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155448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2871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1680" y="2834640"/>
            <a:ext cx="155448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871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834640"/>
            <a:ext cx="155448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871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2834640"/>
            <a:ext cx="155448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871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2852928"/>
            <a:ext cx="18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2834640"/>
            <a:ext cx="1554480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8712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1554480" cy="457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AXEMASTER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 Autonomous Operation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097280" cy="292608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36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MORNING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859536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74520"/>
            <a:ext cx="54864" cy="42062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947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929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Standup Brief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shipped, blockers, PRs &gt;48h, who's OOO → Telegram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859536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50008"/>
            <a:ext cx="54864" cy="42062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6060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snapshot of the day ahead → Telegram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825496"/>
            <a:ext cx="859536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25496"/>
            <a:ext cx="54864" cy="42062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8986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88720" y="2880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Briefing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0815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Calendar, Linear actions, CI failures, world news → Inbox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64992"/>
            <a:ext cx="137160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92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AFTERNOON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859536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30752"/>
            <a:ext cx="54864" cy="42062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803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5min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37856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Pre-meeting Brief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39867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min before every calendar event → Telegram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8595360" cy="420624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206240"/>
            <a:ext cx="54864" cy="42062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63040" y="4261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End-of-day Digest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63040" y="44622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summary, tomorrow preview, pending PRs → Telegram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LaunchAgents on Mac Mini M1  •  No LLM in cron path  •  Idempotent — safe to re-run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82880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LAYER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Low-PM 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Hermes became the chief of staff that replaces the need for a PM/EM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PM/EM typically does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Triage and prioritize incoming requests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323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Track progress across 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779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Prepare 1:1s and performance reviews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Write specs, PRDs, and status updates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474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Coordinate across teams and timezones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Flag blockers and escalate when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651760"/>
            <a:ext cx="411480" cy="10515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2697480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709160" y="1783080"/>
            <a:ext cx="4160520" cy="2926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783080"/>
            <a:ext cx="416052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74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Hermes does instead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Screens every request via Telegram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Owns Linear + GitHub as live tracker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Auto-preps 1:1s from calendar events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Generates briefs, reports, and digests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Alerts on blockers, CI failures, velocity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023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Remembers everything via Obsidian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36008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Low-PM model: every repetitive PM task is automated through Hermes → Axemaster → Cron scripts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Bidirectional Linear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Cross-referencing GitHub commits with Linear issues — track real progress, not just intentions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011680" cy="1828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83080"/>
            <a:ext cx="201168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→ issues, sprints, projects, team members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maiolabs | API Key: MAI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04288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2032" y="1783080"/>
            <a:ext cx="2011680" cy="1828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" name="Shape 12"/>
          <p:cNvSpPr/>
          <p:nvPr/>
        </p:nvSpPr>
        <p:spPr>
          <a:xfrm>
            <a:off x="2542032" y="1783080"/>
            <a:ext cx="201168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5" name="Text 13"/>
          <p:cNvSpPr/>
          <p:nvPr/>
        </p:nvSpPr>
        <p:spPr>
          <a:xfrm>
            <a:off x="2542032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42032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3472" y="2697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commits → Linear keywords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In-progress? Blocked? Scope creep?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9744" y="1783080"/>
            <a:ext cx="2011680" cy="1828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1783080"/>
            <a:ext cx="201168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09744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01184" y="2697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health → Linear desc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summary → each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writes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25146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77456" y="1783080"/>
            <a:ext cx="2011680" cy="18288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077456" y="1783080"/>
            <a:ext cx="201168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7" name="Text 25"/>
          <p:cNvSpPr/>
          <p:nvPr/>
        </p:nvSpPr>
        <p:spPr>
          <a:xfrm>
            <a:off x="7077456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077456" y="2377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68896" y="26974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commit cards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state → Email + Obsidian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AUTOMATION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1:1 Pre-reads — Fully Automated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event detected → "1:1" / "sync" in title → AI prepares everything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023360" cy="2926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83080"/>
            <a:ext cx="40233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83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 WHAT IT FETCHES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54864" cy="2743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67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Linear issues + priority tags for the person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679192"/>
            <a:ext cx="54864" cy="2743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06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commits this week from that person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118104"/>
            <a:ext cx="54864" cy="2743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145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authored waiting for 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57016"/>
            <a:ext cx="54864" cy="2743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1:1 notes from Obsidian vault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995928"/>
            <a:ext cx="54864" cy="2743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23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sprint velocity (completed issues)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783080"/>
            <a:ext cx="4023360" cy="29260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783080"/>
            <a:ext cx="402336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883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WHAT IT GENERATES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76672" y="22494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Points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24505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from issues + commits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76672" y="2816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30175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stale &gt;48h, silent issues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76672" y="33832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3584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burn rate vs. sprint average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8348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76672" y="39502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Summary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415137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1:1 + open thread count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Long-term Memory — Obsidian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 logged. Context never lost. Cross-session continuity guaranteed.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8595360" cy="12801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783080"/>
            <a:ext cx="859536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83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Layer 1 — Session Logger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action during conversation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Decision made during session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14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created or altered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151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opened or closed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Command executed with result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54864" cy="274320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27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sessoes/YYYY-MM-DD.md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8595360" cy="109728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337560"/>
            <a:ext cx="859536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438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Layer 2 — 7-Day Rolling Detail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writes, no end-of-session needed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Last 7 days as full detailed logs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append on new actions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Obsidian → Cross-session context window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github.com/ruimachado-orbit/axeng  |  Rui Machado @ Maio Labs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System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sources to autonomous intelligence — every component explained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353312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810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Linear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19072" y="1783080"/>
            <a:ext cx="1353312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/>
          <p:nvPr/>
        </p:nvSpPr>
        <p:spPr>
          <a:xfrm>
            <a:off x="1719072" y="1810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GitHub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1783080"/>
            <a:ext cx="1353312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3163824" y="1810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Gmail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783080"/>
            <a:ext cx="1353312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810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📬 Calendar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53328" y="1783080"/>
            <a:ext cx="1353312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1810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Chat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783080"/>
            <a:ext cx="1353312" cy="38404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810512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News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9536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04288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3792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38544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83296" y="219456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71600" y="2423160"/>
            <a:ext cx="6400800" cy="1417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71600" y="2423160"/>
            <a:ext cx="6400800" cy="54864"/>
          </a:xfrm>
          <a:prstGeom prst="rect">
            <a:avLst/>
          </a:prstGeom>
          <a:solidFill>
            <a:srgbClr val="D4E815"/>
          </a:solidFill>
          <a:ln/>
        </p:spPr>
      </p:sp>
      <p:sp>
        <p:nvSpPr>
          <p:cNvPr id="27" name="Text 25"/>
          <p:cNvSpPr/>
          <p:nvPr/>
        </p:nvSpPr>
        <p:spPr>
          <a:xfrm>
            <a:off x="1508760" y="25237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AXEMASTER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0" y="2596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Chief of Staff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08760" y="29443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github_activity.py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08760" y="31455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Commits, PRs, repos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81528" y="29443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linear_tool.py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81528" y="31455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Issues, sprints, projects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54296" y="29443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calendar_insights.py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54296" y="31455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OOO, meetings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27064" y="294436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email_intel.py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27064" y="31455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Inbox, threads, decisions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3400" y="385876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0416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4224528"/>
            <a:ext cx="2011680" cy="3474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Telegram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57016" y="40416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42616" y="4224528"/>
            <a:ext cx="2011680" cy="3474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3" name="Text 41"/>
          <p:cNvSpPr/>
          <p:nvPr/>
        </p:nvSpPr>
        <p:spPr>
          <a:xfrm>
            <a:off x="2642616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96712" y="40416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82312" y="4224528"/>
            <a:ext cx="2011680" cy="3474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6" name="Text 44"/>
          <p:cNvSpPr/>
          <p:nvPr/>
        </p:nvSpPr>
        <p:spPr>
          <a:xfrm>
            <a:off x="4782312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Obsidian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36408" y="40416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22008" y="4224528"/>
            <a:ext cx="2011680" cy="3474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/>
          <p:nvPr/>
        </p:nvSpPr>
        <p:spPr>
          <a:xfrm>
            <a:off x="6922008" y="4251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Streamlit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orchestrator.py routes natural language → correct tool  •  LLM for reasoning, not data fetching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11480"/>
            <a:ext cx="1645920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38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D4E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Looks Like in Practice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outputs from the system — screenshots from Telegram, email, and Streamlit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02336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86000"/>
            <a:ext cx="2560320" cy="9144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92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Standup Brief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468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brief — what shipped, blockers, PRs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788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31089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× 450 px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402336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286000"/>
            <a:ext cx="2560320" cy="9144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892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HTML Report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Per-project commits, MVP podium, roadmap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× 450 px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493008"/>
            <a:ext cx="402336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995928"/>
            <a:ext cx="2560320" cy="9144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602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1788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config, run reports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498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4320" y="48188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× 450 px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3493008"/>
            <a:ext cx="402336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995928"/>
            <a:ext cx="2560320" cy="9144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6027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Vault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1788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profiles, sessions, team overview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4988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846320" y="481888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× 450 px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 Take screenshots from Telegram, email client, and Streamlit at localhost:8501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2026-05-10T09:01:01Z</dcterms:created>
  <dcterms:modified xsi:type="dcterms:W3CDTF">2026-05-10T09:01:01Z</dcterms:modified>
</cp:coreProperties>
</file>